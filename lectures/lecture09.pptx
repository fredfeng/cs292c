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78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 2 9 2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Analysis II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Sensitivity &amp;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Interprocedural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Methods for Agentic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 ·  April 30,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Feng  ·  UC Santa Barbara  · 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— The Story So Far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7315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0058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all executions without running the program — sound but may over-approximate.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4864" cy="7315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language for fixed-point computation. Analysis spec is independent of the solver engine.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" cy="73152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Points-To in 4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Andersen’s analysis builds the call graph from alloc, copy, store, load. Powers Doop, CodeQL.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6118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4-rule analysis is “context-insensitive.” What does that mean, and why does it matter?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2801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12801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context-insensitive analysis gives false alarms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2801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54864" cy="12801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Sensitivity in Datalog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column changes everything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3977640" cy="12801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4864" cy="12801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Soufflé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taint analysis on Python agent 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3977640" cy="12801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560320"/>
            <a:ext cx="54864" cy="12801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Tools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CodeQL, Pysa, and what static analysis can’t do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Preview  ·  Lecture 11 (May 5)  ·  Covers Lectures 1–10  ·  HW2 due same day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Precision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context-insensitive analysis produces false alarms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Andersen’s Analysis Lies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029200" cy="256032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id(Object x) { return x; 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 = new A();          // obj₁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b = new B();          // obj₂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p = id(a);       // should be obj₁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q = id(b);       // should be obj₂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p.run();                // which run()?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2926080" cy="25603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914400"/>
            <a:ext cx="54864" cy="2560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932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Context-Insensitive 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4173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id’s parameter x merges both calls: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{obj₁, obj₂}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return value → {obj₁, obj₂}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{obj₁, obj₂}  ✘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→ {obj₁, obj₂}  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sound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doesn’t miss real bugs) 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imprecise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reports things that can’t actually happen. Imprecision cascades through the call graph: on real codebases, you drown in false positives.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 Cause: Context Merging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 sites feed into one function summary — results flow back to both callers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Site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id(a)    a → obj₁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4864" cy="914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Site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id(b)    b → obj₂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651760"/>
            <a:ext cx="3657600" cy="109728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id(x)  —  MERGED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 {obj₁, obj₂}    return → {obj₁, obj₂}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349500"/>
            <a:ext cx="548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2349500"/>
            <a:ext cx="548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3771900"/>
            <a:ext cx="548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3771900"/>
            <a:ext cx="548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4122420"/>
            <a:ext cx="256032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12242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1681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{obj₁, obj₂}  ✘ imprecise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122420"/>
            <a:ext cx="256032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412242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41681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→ {obj₁, obj₂}  ✘ imprecise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0" y="4023360"/>
            <a:ext cx="2743200" cy="4572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analyze id separately per caller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“Context”?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calling context is information that distinguishes one call to a function from another.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4864" cy="8229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Call-Site Sensitivity (k-CFA)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the last k call sites on the stack.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intuitive: “who called me?”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Sensitivity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the receiver object (allocation site).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Java — fewer contexts, more precise.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4864" cy="82296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Sensitivity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the type of the receiver.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approximation of object sensitivity.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 focus on 1-call-site sensitivity — the simplest and most intuitive.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Context Sensitivity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Datalog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column changes everything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Insight: One Extra Column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Context-Insensitive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 Var, Obj 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“Variable Var may point to Obj.”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callers merged together.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54864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 Ctx, Var, Obj 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context Ctx, Var may point to Obj.”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kept apart.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196596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Datalog?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310896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 gains a Ctx column: alloc(Ctx,V,O), assign(Ctx,To,From), 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existing rules stay the same — just thread Ctx through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84048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new rules for call (argument → parameter) and return (result → caller)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20624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call site: each call site gets its own copy of the callee’s facts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Context-Sensitive Rules (1-Call-Site)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pointsTo(C,V,O)        :- alloc(C,V,O).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2801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pointsTo(C,V,O)        :- assign(C,V,W), pointsTo(C,W,O).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1280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16459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fieldPointsTo(O,F,O2)  :- store(C,V,F,W),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pointsTo(C,V,O), pointsTo(C,W,O2).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2311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31136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pointsTo(C,V,O)        :- load(C,V,W,F),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pointsTo(C,W,O1), fieldPointsTo(O1,F,O).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2231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163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pointsTo(CS,Param,O)   :- call(CS,_,Callee),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actual(CS,Arg), formal(Callee,Param),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pointsTo(CallerCtx,Arg,O).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6210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62102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pointsTo(CallerCtx,Dst,O) :- call(CS,CallerCtx,Callee),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returnVar(Callee,Ret),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pointsTo(CS,Ret,O).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621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0" y="3108960"/>
            <a:ext cx="82296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id() Example — Now With Contexts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cs₁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pointsTo(cs₁, x, obj₁)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call id(a)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cs₂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pointsTo(cs₂, x, obj₂)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call id(b)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main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pointsTo(main, p, obj₁)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6: return to 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pointsTo(main, q, obj₂)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6: return to q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3931920" cy="82296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{obj₁} only  ✓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→ {obj₂} only  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3931920" cy="8229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p.run() resolves to A.run()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Precision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data from the Doop project (Smaragdakis et al.):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54864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Context-Insensitive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1-Object-Sensitive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2-Object-Sensitive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not free, but the Datalog framework makes it easy to experiment: change one column, re-run, compare. The sweet spot depends on the application — object sensitivity often wins for Java.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Call Graph Chicken-and-Egg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Interprocedural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call graph 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functions to follow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14630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54864" cy="14630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points-to info 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virtual dispatch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146304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Points-To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call graph 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across functions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Solve Both Simultaneously in Datalog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200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graph edges DERIVED from points-to facts: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call(CS, Ctx, Callee) :- virtualCall(CS, Ctx, Recv, Sig),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pointsTo(Ctx, Recv, O),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heapType(O, T),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lookup(T, Sig, Callee).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and the call graph co-evolve to a fixed point — mutual recursion is free in Datalog.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Soufflé on Agent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source to Datalog facts to security alarms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Target: A Python Tool Dispatcher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303520" cy="329184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dispatch(llm_output):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parse(llm_output)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action.tool == "shell":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run_shell(action.cmd)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action.tool == "sql":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run_query(action.query)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action.tool == "safe_echo":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echo(sanitize(action.text))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run_shell(cmd):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subprocess.run(cmd, shell=True)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run_query(q):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db.execute(q)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echo(text):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868680"/>
            <a:ext cx="265176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86868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llm_output is untrusted — comes from the LLM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65176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54864" cy="914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subprocess.run() and db.execute() — code/SQL injection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651760" cy="914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306324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sanitize() breaks taint on the echo path — should be safe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 the shell/SQL injection, confirm echo is safe.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Extract Datalog Facts from Python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Sources &amp; sinks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source(llm_output).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sink(cmd, "shell").       sink(q, "sql").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assign(action, llm_output).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assign(action_cmd, action).   assign(action_query, action).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assign(action_text, action).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edges &amp; parameters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call(cs1, dispatch, run_shell).   actual(cs1, action_cmd).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call(cs2, dispatch, run_query).   actual(cs2, action_query).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call(cs3, dispatch, echo).        actual(cs3, sanitized_text).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sanitize(sanitized_text).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formal(run_shell, cmd).  formal(run_query, q).  formal(echo, text).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extraction is mechanical — tools like CodeQL and Pysa automate it from the AST.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part is the rules, not the facts.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Run Soufflé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souffle -F facts/ -D output/ taint_analysis.dl &amp;&amp; cat output/alarm.csv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cmd,  "shell"     ← LLM output reaches subprocess.run()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   "sql"       ← LLM output reaches db.execute()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            ← NOT in alarm.csv  (sanitizer breaks taint)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Experiments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 sanitize()?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→ alarm on all three sinks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new tool with a sink?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fact → analysis picks it up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Context-Insensitive vs. Context-Sensitive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dispatch branches merge.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sanitizer on the echo path can’t be distinguished from the unsanitized shell/sql paths.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3474720" cy="100584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alarm(cmd, "shell")    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alarm(q, "sql")        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alarm(text, "echo")    ✘ FALSE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site gets its own context.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sanitizer in context cs₃ correctly breaks taint for the echo path only.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2926080"/>
            <a:ext cx="3474720" cy="100584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alarm(cmd, "shell")    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alarm(q, "sql")        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echo alarm)        ✓ CORRECT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D4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concrete payoff of one extra Datalog column.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Datalog research to production vulnerability scanning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CodeQL: Datalog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Datalog-inspired query language for finding vulnerabilities at scale. Built by Semmle, acquired by GitHub.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783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public GitHub repository for known vulnerability patterns. Millions of codebases.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25603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database of facts from source code → write QL queries → get results. Same pipeline as our demo.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DataFlow::PathNode source, DataFlow::PathNode sink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TaintTracking::hasFlowPath(source, sink)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source instanceof RemoteFlowSource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sink instanceof ShellCommandSink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sink, source, sink, "Taint reaches shell command"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Pysa (Meta) &amp; Semgrep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25603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2560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taint analysis for 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on Pyre (Meta’s type checker)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Scans Instagram, Facebook, WhatsApp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Sources/sinks/sanitizers in config files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Found hundreds of real vulns pre-ship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concepts as our Datalog analysis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3931920" cy="256032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54864" cy="25603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pattern-based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Datalog — pattern matching on AST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Less precise but faster to write rules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for quick security scans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interprocedural — no call graph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Complement, not replacement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Precision–Speed Spectrum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2011680" cy="4114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4160520"/>
            <a:ext cx="2194560" cy="411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Pysa (1-CS)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160520"/>
            <a:ext cx="2103120" cy="41148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Doop (2-obj)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4160520"/>
            <a:ext cx="164592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k-CFA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/ Less precise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/ More precise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Static Analysis Can &amp; Can’t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22860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Find data-flow vulnerabilities in agent framework code (Python/TS)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562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 tool implementations for injection patterns at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29514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 sanitizers are applied on all paths to sinks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34056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call graphs for complex OOP codebases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228600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54864" cy="2286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Analyze what the LLM will decide at runtime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85623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Reason about prompt injection at the semantic level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29514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Verify properties that depend on model behavior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734056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Catch vulnerabilities in dynamically generated 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Static Analysis Is One Layer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2560320" cy="5486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Pre-deployment: find code-level vulnerabilities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3931920"/>
            <a:ext cx="256032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(Lec 15)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testing: find what static analysis misses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2560320" cy="54864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Guardrails (Lec 17)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time: monitor tool calls as they happen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Context-insensitive analysis merges all call sites → imprecision cascades, causing false alarms.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sensitivity = one extra column in every Datalog relation — the framework makes it trivial to add.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1401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graph and points-to analysis are solved simultaneously via Datalog’s mutual recursion — no separate phases.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255264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163824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tools (CodeQL, Pysa, Doop) are built on exactly these ideas — Datalog rules at scale.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005072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finds real bugs in real agent code, but can’t reason about LLM behavior → defense-in-depth.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Midterm Preview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 ·  May 5  ·  In-Class  ·  Closed-Book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468880"/>
          </a:xfrm>
          <a:prstGeom prst="rect">
            <a:avLst/>
          </a:prstGeom>
          <a:solidFill>
            <a:srgbClr val="14263A"/>
          </a:solidFill>
          <a:ln w="12700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Lectures 1–10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Agentic programming foundations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Hoare logic &amp; VCG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SAT/SMT solvers &amp; Z3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analysis &amp; Datalog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Points-to, context sensitivity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Soundness / completeness trade-offs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931920" cy="2468880"/>
          </a:xfrm>
          <a:prstGeom prst="rect">
            <a:avLst/>
          </a:prstGeom>
          <a:solidFill>
            <a:srgbClr val="14263A"/>
          </a:solidFill>
          <a:ln w="12700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Questions 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Writing &amp; verifying Hoare triples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Encoding VCs in Z3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Writing Datalog rules for analyses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Soundness &amp; precision trade-offs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Formal methods for agent scenarios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 due May 5 (same day)  ·  Part 1: Hoare verifier for IMP via Z3  ·  Part 2: SMT agent policy encoding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Tue 1:30–2:30pm, HFH 2157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Readings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 ·  Formal Methods for Agentic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Smaragdakis &amp; Balatsouras, “Pointer Analysis” (Foundations and Trends in PL, 2015), Section 4 — context sensitivity flavors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Bravenboer &amp; Smaragdakis, “Strictly Declarative Specification of Sophisticated Points-to Analyses” (OOPSLA 2009) — the Doop paper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4864" cy="59436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Scholz et al., “On Fast Large-Scale Program Analysis in Datalog” (CC 2016) — the Soufflé engine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4864" cy="5943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154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CodeQL documentation: codeql.github.com/docs/ — writing real security queries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AFBFD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Bleaney et al., “Pysa: An Open Source Static Analysis Tool to Detect and Prevent Security Issues in Python Code” — Meta’s taint analysis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4D195C-3506-C64B-9E61-5D9C7E5990B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ebe3477-13cb-420f-9430-4e0af88e43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2658</Words>
  <Application>Microsoft Macintosh PowerPoint</Application>
  <PresentationFormat>On-screen Show (16:9)</PresentationFormat>
  <Paragraphs>412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 Static Analysis II</dc:title>
  <dc:subject>PptxGenJS Presentation</dc:subject>
  <dc:creator>Yu Feng</dc:creator>
  <cp:lastModifiedBy>YU FENG</cp:lastModifiedBy>
  <cp:revision>2</cp:revision>
  <dcterms:created xsi:type="dcterms:W3CDTF">2026-04-12T22:30:42Z</dcterms:created>
  <dcterms:modified xsi:type="dcterms:W3CDTF">2026-04-13T03:58:52Z</dcterms:modified>
</cp:coreProperties>
</file>